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Baltan is a simple idea: a health check for the fast database behind modern apps — without opening that database to the internet. Pitching at PRARAMBH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founder, 100% equity. Built everything, 100+ demos. Will hire after grant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Redis simply as the fast memory database. Pain: crashes, mystery slowdowns, no clear fix, security blocks.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Doctor metaphor. Three steps: private, safe check-ups, clear answers. Features without jargon.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comparison. We explain + protect privacy + stay easy. 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 pilot then paid SaaS. Modest India-first pricing. No revenue yet — honest.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ICP plain language. India beachhead. Named interest + 100+ demos. Keep market estimate humble. 25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chip. Built vs validation. Honest about $0.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quote rupee amounts. Explain why support is needed and where money goes: product, trust, customers, ops. Close with success outcomes and invite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ltan-logo-dark-bg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3291840" cy="822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2286000"/>
            <a:ext cx="3108960" cy="347472"/>
          </a:xfrm>
          <a:prstGeom prst="roundRect">
            <a:avLst>
              <a:gd name="adj" fmla="val 35000"/>
            </a:avLst>
          </a:prstGeom>
          <a:solidFill>
            <a:srgbClr val="0F3D34"/>
          </a:solidFill>
          <a:ln w="15875">
            <a:solidFill>
              <a:srgbClr val="1DE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DE9B6"/>
                </a:solidFill>
                <a:latin typeface="Calibri"/>
              </a:rPr>
              <a:t>PRARAMBH 2026  ·  Closed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200" b="1">
                <a:solidFill>
                  <a:srgbClr val="EEF6F3"/>
                </a:solidFill>
                <a:latin typeface="Calibri"/>
              </a:rPr>
              <a:t>A health check for the database</a:t>
            </a:r>
          </a:p>
          <a:p>
            <a:pPr algn="l">
              <a:spcAft>
                <a:spcPts val="300"/>
              </a:spcAft>
            </a:pPr>
            <a:r>
              <a:rPr sz="3200" b="1">
                <a:solidFill>
                  <a:srgbClr val="EEF6F3"/>
                </a:solidFill>
                <a:latin typeface="Calibri"/>
              </a:rPr>
              <a:t>that keeps your apps fast.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114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8AA099"/>
                </a:solidFill>
                <a:latin typeface="Calibri"/>
              </a:rPr>
              <a:t>Explainable Redis / Valkey health — without opening it to the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8AA099"/>
                </a:solidFill>
                <a:latin typeface="Calibri"/>
              </a:rPr>
              <a:t>Delhi  ·  tandonkartikey11@gmail.com  ·  +91 8077511218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2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One founder. Full ownership.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Built the product. Talks to every customer. Owns every decision.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10972800" cy="411480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737360"/>
            <a:ext cx="91440" cy="4114800"/>
          </a:xfrm>
          <a:prstGeom prst="round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ltan-icon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57400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1680" y="2057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EEF6F3"/>
                </a:solidFill>
                <a:latin typeface="Calibri"/>
              </a:rPr>
              <a:t>Kartikey Tandon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560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1DE9B6"/>
                </a:solidFill>
                <a:latin typeface="Calibri"/>
              </a:rPr>
              <a:t>Founder &amp; CEO  ·  Solo co-founder  ·  Equity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8AA099"/>
                </a:solidFill>
                <a:latin typeface="Calibri"/>
              </a:rPr>
              <a:t>What I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Build the product, run demos, talk to startups &amp; DevOps teams, and steer go-to-market.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8AA099"/>
                </a:solidFill>
                <a:latin typeface="Calibri"/>
              </a:rPr>
              <a:t>Why 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576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Shipped Baltan end-to-end — monitor, dashboard, alerts — and already running real pilots.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8AA099"/>
                </a:solidFill>
                <a:latin typeface="Calibri"/>
              </a:rPr>
              <a:t>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65760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100+ demos booked. Pilot interest from CARPL AI, BigOHealth, and DevOps practitioners.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8AA099"/>
                </a:solidFill>
                <a:latin typeface="Calibri"/>
              </a:rPr>
              <a:t>After incubation support: hire sales + infrastructure help — keep product ownership with 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3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Apps feel slow. Teams don’t know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Most modern apps use a super-fast memory database (Redis / Valkey). When it gets sick, the whole product feels broken.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8308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Memory fills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651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Old data never expires. The database grows until the app crashes or slows 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7830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78308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Hidden bottlenecks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651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One oversized piece of data can freeze everyone else — like one truck blocking a highway.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78308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Alerts without answers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651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Tools say “database is slow” but not what to fix today.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783080"/>
            <a:ext cx="2697480" cy="23317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78308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2057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Security says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651760"/>
            <a:ext cx="2377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Many tools need the database opened to the internet. Security teams refuse.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43400"/>
            <a:ext cx="10972800" cy="1691640"/>
          </a:xfrm>
          <a:prstGeom prst="roundRect">
            <a:avLst>
              <a:gd name="adj" fmla="val 10000"/>
            </a:avLst>
          </a:prstGeom>
          <a:solidFill>
            <a:srgbClr val="161E24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8AA099"/>
                </a:solidFill>
                <a:latin typeface="Calibri"/>
              </a:rPr>
              <a:t>Today’s workarounds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EEF6F3"/>
                </a:solidFill>
                <a:latin typeface="Calibri"/>
              </a:rPr>
              <a:t>Browse data manually  ·  Watch generic graphs  ·  Ask a senior engineer who “just knows”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EF6F3"/>
                </a:solidFill>
                <a:latin typeface="Calibri"/>
              </a:rPr>
              <a:t>Baltan is different: plain-English findings + a clear health score — and the database stays private.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4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Baltan = doctor for your fast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We host a simple dashboard. You place a small safe monitor next to your database. Nothing private leaves.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73736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011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DE9B6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EEF6F3"/>
                </a:solidFill>
                <a:latin typeface="Calibri"/>
              </a:rPr>
              <a:t>Database stays private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060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8AA099"/>
                </a:solidFill>
                <a:latin typeface="Calibri"/>
              </a:rPr>
              <a:t>Never opened to Baltan or the public internet.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73736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72000" y="1965960"/>
            <a:ext cx="411480" cy="4114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011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DE9B6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EEF6F3"/>
                </a:solidFill>
                <a:latin typeface="Calibri"/>
              </a:rPr>
              <a:t>Safe check-ups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6060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8AA099"/>
                </a:solidFill>
                <a:latin typeface="Calibri"/>
              </a:rPr>
              <a:t>Reads health signals only — never your customer data or passwords.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1737360"/>
            <a:ext cx="3520440" cy="196596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75320" y="1965960"/>
            <a:ext cx="411480" cy="4114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1DE9B6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20116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EEF6F3"/>
                </a:solidFill>
                <a:latin typeface="Calibri"/>
              </a:rPr>
              <a:t>Clear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60604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8AA099"/>
                </a:solidFill>
                <a:latin typeface="Calibri"/>
              </a:rPr>
              <a:t>A score out of 100 + “what’s wrong” and “what to do next.”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3192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" y="4114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Health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See at a glance if things are healthy, okay, or urgent.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93192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4114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Plain-English findings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Missing expiry, oversized data, risky commands — explained simply.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93192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114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Alerts on Slack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The team hears about problems early — not after customers complain.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93192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8592" y="41148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One-click install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4617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A single small monitor beside the database. Minutes, not weeks.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5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WHY BALTAN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Others show graphs. We explain the problem.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Built for teams who care about privacy and need clear next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91640"/>
            <a:ext cx="10972800" cy="438912"/>
          </a:xfrm>
          <a:prstGeom prst="roundRect">
            <a:avLst>
              <a:gd name="adj" fmla="val 10000"/>
            </a:avLst>
          </a:prstGeom>
          <a:solidFill>
            <a:srgbClr val="0F3D34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1" y="17830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8AA099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8AA099"/>
                </a:solidFill>
                <a:latin typeface="Calibri"/>
              </a:rPr>
              <a:t>Do it yourself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8AA099"/>
                </a:solidFill>
                <a:latin typeface="Calibri"/>
              </a:rPr>
              <a:t>Browse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2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8AA099"/>
                </a:solidFill>
                <a:latin typeface="Calibri"/>
              </a:rPr>
              <a:t>Big monitoring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17830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Baltan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19456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" y="2304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EF6F3"/>
                </a:solidFill>
                <a:latin typeface="Calibri"/>
              </a:rPr>
              <a:t>Explains what’s 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23042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304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Rarely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3042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Sometimes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2304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69748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161E24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" y="28072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EF6F3"/>
                </a:solidFill>
                <a:latin typeface="Calibri"/>
              </a:rPr>
              <a:t>Says what to fix next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2807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Depends on expert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6672" y="28072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Explore yourself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807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Generic alerts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280720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Yes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20040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1" y="33101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EF6F3"/>
                </a:solidFill>
                <a:latin typeface="Calibri"/>
              </a:rPr>
              <a:t>Keeps database private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6432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3310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Often local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3310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Varies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3310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Always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370332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161E24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1" y="38130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EF6F3"/>
                </a:solidFill>
                <a:latin typeface="Calibri"/>
              </a:rPr>
              <a:t>Easy for a small team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3813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Hard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6672" y="3813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88352" y="3813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Heavy &amp; costly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74352" y="38130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Yes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20624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1" y="4315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EEF6F3"/>
                </a:solidFill>
                <a:latin typeface="Calibri"/>
              </a:rPr>
              <a:t>Made for Redis / Valkey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56432" y="4315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6672" y="4315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Browse-focused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43159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EEF6F3"/>
                </a:solidFill>
                <a:latin typeface="Calibri"/>
              </a:rPr>
              <a:t>One of many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43159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Yes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937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Strategy: win teams that refuse to expose their database — then become the trusted Redis health layer inside the company.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6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BUSINESS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Start free. Grow into a paid cloud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Who pays: engineering / DevOps teams. Early pricing kept simple for Indian startups &amp; global pilots.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91640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E9B6"/>
                </a:solidFill>
                <a:latin typeface="Calibri"/>
              </a:rPr>
              <a:t>Who pays?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Companies that run apps on Redis / Valkey — startups to mid-size tech teams.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691640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E9B6"/>
                </a:solidFill>
                <a:latin typeface="Calibri"/>
              </a:rPr>
              <a:t>What they 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A hosted health dashboard + alerts. They keep the small monitor on their side.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691640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E9B6"/>
                </a:solidFill>
                <a:latin typeface="Calibri"/>
              </a:rPr>
              <a:t>How we sell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Demo → free pilot → paid plan when they see value.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691640"/>
            <a:ext cx="2697480" cy="169164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8592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DE9B6"/>
                </a:solidFill>
                <a:latin typeface="Calibri"/>
              </a:rPr>
              <a:t>Revenue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8592" y="22860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Monthly subscription (SaaS). Charge per database / team plan.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8AA099"/>
                </a:solidFill>
                <a:latin typeface="Calibri"/>
              </a:rPr>
              <a:t>Proposed plans (to be finalized after pilots)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77639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EF6F3"/>
                </a:solidFill>
                <a:latin typeface="Calibri"/>
              </a:rPr>
              <a:t>Free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" y="4526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₹0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1" y="51663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Basic health + findings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Time-boxed · limited databases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977639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2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EF6F3"/>
                </a:solidFill>
                <a:latin typeface="Calibri"/>
              </a:rPr>
              <a:t>Starter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2" y="4526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₹2,999/mo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(~$35)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51663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Up to 3 databases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Slack alerts · core reports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3977639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1DE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EF6F3"/>
                </a:solidFill>
                <a:latin typeface="Calibri"/>
              </a:rPr>
              <a:t>Growth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526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₹7,999/mo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(~$95)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51663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Up to 10 databases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Longer history · digests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977639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EF6F3"/>
                </a:solidFill>
                <a:latin typeface="Calibri"/>
              </a:rPr>
              <a:t>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08592" y="45262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Custom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8592" y="516636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More databases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A099"/>
                </a:solidFill>
                <a:latin typeface="Calibri"/>
              </a:rPr>
              <a:t>Onboarding · priority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7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Every modern app needs a healthy fast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Global need. India beachhead. Sell where trust and clarity matter.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91640"/>
            <a:ext cx="5303520" cy="1874519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691640"/>
            <a:ext cx="5303520" cy="508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1874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Who we sell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286000"/>
            <a:ext cx="493776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DevOps, platform, and product engineering teams — plus freelancers who manage many apps.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91640"/>
            <a:ext cx="5303520" cy="1874519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91640"/>
            <a:ext cx="5303520" cy="508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1874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Where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286000"/>
            <a:ext cx="493776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Global product. Start with India (Delhi / NCR) for hands-on pilots, then remote US &amp; Europe.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94760"/>
            <a:ext cx="5303520" cy="1874519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94760"/>
            <a:ext cx="5303520" cy="508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Willingness to pay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89120"/>
            <a:ext cx="493776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Strong interest already: CARPL AI, BigOHealth, DevOps individuals. 100+ demos. Not paid yet.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94760"/>
            <a:ext cx="5303520" cy="1874519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94760"/>
            <a:ext cx="5303520" cy="508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977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Near-term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389120"/>
            <a:ext cx="4937760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Illustrative: hundreds of fit teams × a few databases × affordable monthly plans. Focus on Redis health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8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PRESENT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Working product. Early customers. Zero revenue.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Honest stage: closed pilot with real demos and design partners — monetization next.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3840480" cy="365760"/>
          </a:xfrm>
          <a:prstGeom prst="roundRect">
            <a:avLst>
              <a:gd name="adj" fmla="val 35000"/>
            </a:avLst>
          </a:prstGeom>
          <a:solidFill>
            <a:srgbClr val="0F3D34"/>
          </a:solidFill>
          <a:ln w="15875">
            <a:solidFill>
              <a:srgbClr val="1DE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1DE9B6"/>
                </a:solidFill>
                <a:latin typeface="Calibri"/>
              </a:rPr>
              <a:t>STAGE: Early customers / 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94560"/>
            <a:ext cx="5394960" cy="3749039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What exists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Live product website: baltan.xyz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Safe monitor + hosted health dashboard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Plain-English findings &amp; health score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Slack alerts · multi-database support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Install in minutes for pilot teams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194560"/>
            <a:ext cx="5394960" cy="3749039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DE9B6"/>
                </a:solidFill>
                <a:latin typeface="Calibri"/>
              </a:rPr>
              <a:t>Validation so far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8036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100+ demos booked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Pilot interest: CARPL AI, BigOHealth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DevOps individuals testing the idea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Free basic pilot open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EEF6F3"/>
                </a:solidFill>
                <a:latin typeface="Calibri"/>
              </a:rPr>
              <a:t>●  No paying customers yet (by design)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1A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0F3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6419088"/>
            <a:ext cx="11155680" cy="19050"/>
          </a:xfrm>
          <a:prstGeom prst="rect">
            <a:avLst/>
          </a:prstGeom>
          <a:solidFill>
            <a:srgbClr val="243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5105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baltan.xyz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105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sz="1100" b="0">
                <a:solidFill>
                  <a:srgbClr val="8AA099"/>
                </a:solidFill>
                <a:latin typeface="Calibri"/>
              </a:rPr>
              <a:t>9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DE9B6"/>
                </a:solidFill>
                <a:latin typeface="Calibri"/>
              </a:rPr>
              <a:t>FUNDING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EEF6F3"/>
                </a:solidFill>
                <a:latin typeface="Calibri"/>
              </a:rPr>
              <a:t>Why we need support — and where it goes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8AA099"/>
                </a:solidFill>
                <a:latin typeface="Calibri"/>
              </a:rPr>
              <a:t>Incubation support helps turn a working pilot into a reliable, paid product for more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9164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69164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Product maturity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" y="246888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Harden the monitor and dashboard so pilots run smoothly for months, not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69164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169164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Trust &amp;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246888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Stronger hosting, backups, and security basics so companies feel safe to depend on Baltan.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9164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69164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Reach customers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46888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More demos, onboarding help, and early sales support to convert interest into paying teams.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691640"/>
            <a:ext cx="2697480" cy="201168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691640"/>
            <a:ext cx="2697480" cy="63500"/>
          </a:xfrm>
          <a:prstGeom prst="rect">
            <a:avLst/>
          </a:prstGeom>
          <a:solidFill>
            <a:srgbClr val="1DE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Founder 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468880"/>
            <a:ext cx="23774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Cover core operating needs so time stays on building and talking to customers — not side work.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31920"/>
            <a:ext cx="5486400" cy="21031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069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Where funds will be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8056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Product reliability &amp; usability polish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Cloud hosting &amp; security basics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Founder-led pilots, demos &amp; onboarding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Legal, compliance &amp; day-to-day ops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931920"/>
            <a:ext cx="5303520" cy="2103120"/>
          </a:xfrm>
          <a:prstGeom prst="roundRect">
            <a:avLst>
              <a:gd name="adj" fmla="val 10000"/>
            </a:avLst>
          </a:prstGeom>
          <a:solidFill>
            <a:srgbClr val="10161A"/>
          </a:solidFill>
          <a:ln w="15875">
            <a:solidFill>
              <a:srgbClr val="24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69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DE9B6"/>
                </a:solidFill>
                <a:latin typeface="Calibri"/>
              </a:rPr>
              <a:t>What success looks 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480560"/>
            <a:ext cx="48463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More active pilot teams running smoothly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First paid conversions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Pricing finalized from real usage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EEF6F3"/>
                </a:solidFill>
                <a:latin typeface="Calibri"/>
              </a:rPr>
              <a:t>●  Ready for the next growth stage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